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Benadruk dat de mix samenhangend moet zijn.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Marketingmix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 4 P's: product, prijs, plaats, promotie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Segmenteren, targeten, positioneren (STP)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